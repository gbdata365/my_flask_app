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기업체현황 분석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질문: 각 시도마다 시군별 인구대비 사업체비율 현황표와 시각화를 하는데 시도별로 subplot 로 생성</a:t>
            </a:r>
          </a:p>
        </p:txBody>
      </p:sp>
      <p:pic>
        <p:nvPicPr>
          <p:cNvPr id="4" name="Picture 3" descr="gyeongbu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188720" cy="2259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주요 지표 요약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840480" cy="182880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AI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Solar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6E6E6"/>
                </a:solidFill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4572000" y="1371600"/>
            <a:ext cx="3840480" cy="1828800"/>
          </a:xfrm>
          <a:prstGeom prst="round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6459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토큰 사용량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10312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23,597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7432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6E6E6"/>
                </a:solidFill>
              </a:defRPr>
            </a:pPr>
            <a:r>
              <a:t>토큰</a:t>
            </a:r>
          </a:p>
        </p:txBody>
      </p:sp>
      <p:pic>
        <p:nvPicPr>
          <p:cNvPr id="11" name="Picture 10" descr="gyeongbu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188720" cy="2259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주요 인사이트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8229600" cy="1097280"/>
          </a:xfrm>
          <a:prstGeom prst="roundRect">
            <a:avLst/>
          </a:prstGeom>
          <a:solidFill>
            <a:srgbClr val="F8F9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t>🤖 분석 결과 (1)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시도별 시군구 인구대비 사업체 비율 현황 분석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14600"/>
            <a:ext cx="8229600" cy="1097280"/>
          </a:xfrm>
          <a:prstGeom prst="roundRect">
            <a:avLst/>
          </a:prstGeom>
          <a:solidFill>
            <a:srgbClr val="F8F9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t>📊 분석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- 분석 기간: 2025년 11월(최신) vs 2025년 10월(전월)</a:t>
            </a:r>
            <a:br/>
            <a:r>
              <a:t>- 분석 대상: 전국 16개 시도 252개 시군구</a:t>
            </a:r>
            <a:br/>
            <a:r>
              <a:t>- 핵심 지표: </a:t>
            </a:r>
            <a:br/>
            <a:r>
              <a:t>  - 사업체 비율 = (household_cnt / total_pop)  100,000</a:t>
            </a:r>
            <a:br/>
            <a:r>
              <a:t>  - 전월 대비 변화율 계산 (202511 - 202510)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49040"/>
            <a:ext cx="8229600" cy="1097280"/>
          </a:xfrm>
          <a:prstGeom prst="roundRect">
            <a:avLst/>
          </a:prstGeom>
          <a:solidFill>
            <a:srgbClr val="F8F9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t>📈 분석 결과 (3)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519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시도별 서브플롯 시각화 코드 (Matplotlib)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983480"/>
            <a:ext cx="8229600" cy="1097280"/>
          </a:xfrm>
          <a:prstGeom prst="roundRect">
            <a:avLst/>
          </a:prstGeom>
          <a:solidFill>
            <a:srgbClr val="F8F9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12064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t>💡 ``python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86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import matplotlib.pyplot as plt</a:t>
            </a:r>
            <a:br/>
            <a:r>
              <a:t>import pandas as pd</a:t>
            </a:r>
          </a:p>
        </p:txBody>
      </p:sp>
      <p:pic>
        <p:nvPicPr>
          <p:cNvPr id="15" name="Picture 14" descr="gyeongbu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188720" cy="2259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