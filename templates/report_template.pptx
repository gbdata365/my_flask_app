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보고서 제목을 입력하세요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DCFF"/>
                </a:solidFill>
              </a:defRPr>
            </a:pPr>
            <a:r>
              <a:t>부제목 | 날짜 | 작성자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C8E6"/>
                </a:solidFill>
              </a:defRPr>
            </a:pPr>
            <a:r>
              <a:t>기관명 또는 로고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1.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2. 주요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3. 상세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59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4.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슬라이드 제목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323232"/>
                </a:solidFill>
              </a:defRPr>
            </a:pPr>
            <a:r>
              <a:t>본문 내용을 입력하세요.</a:t>
            </a:r>
            <a:br/>
            <a:br/>
            <a:r>
              <a:t>• 첫 번째 항목</a:t>
            </a:r>
            <a:br/>
            <a:r>
              <a:t>• 두 번째 항목</a:t>
            </a:r>
            <a:br/>
            <a:r>
              <a:t>• 세 번째 항목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주요 지표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총 사업체수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123,456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6E6"/>
                </a:solidFill>
              </a:defRPr>
            </a:pPr>
            <a:r>
              <a:t>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303520" cy="228600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총 종사자수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567,890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6E6"/>
                </a:solidFill>
              </a:defRPr>
            </a:pPr>
            <a:r>
              <a:t>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5303520" cy="22860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평균 HHI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1,523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6E6"/>
                </a:solidFill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6126480" y="4023360"/>
            <a:ext cx="5303520" cy="22860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2976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증감률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4632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+2.5%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7607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6E6"/>
                </a:solidFill>
              </a:defRPr>
            </a:pPr>
            <a:r>
              <a:t>전분기 대비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차트 제목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solidFill>
            <a:srgbClr val="F8F9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34747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69696"/>
                </a:solidFill>
              </a:defRPr>
            </a:pPr>
            <a:r>
              <a:t>차트 이미지가 들어갈 영역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표 제목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지역</a:t>
                      </a:r>
                    </a:p>
                  </a:txBody>
                  <a:tcPr>
                    <a:solidFill>
                      <a:srgbClr val="1243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사업체수</a:t>
                      </a:r>
                    </a:p>
                  </a:txBody>
                  <a:tcPr>
                    <a:solidFill>
                      <a:srgbClr val="1243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종사자수</a:t>
                      </a:r>
                    </a:p>
                  </a:txBody>
                  <a:tcPr>
                    <a:solidFill>
                      <a:srgbClr val="1243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증감률</a:t>
                      </a:r>
                    </a:p>
                  </a:txBody>
                  <a:tcPr>
                    <a:solidFill>
                      <a:srgbClr val="1243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1243A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서울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1,234,567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5,678,901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+2.3%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부산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456,789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1,234,567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경북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234,567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890,123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+3.1%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경남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345,678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1,012,345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전체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5,678,901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15,234,567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+2.5%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주요 인사이트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📍 지역 특성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경상북도는 제조업 비중이 높아 산업 다각화가 필요합니다.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11277295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📈 성장 추세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전분기 대비 2.5% 증가하여 긍정적인 성장세를 보입니다.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0560"/>
            <a:ext cx="11277295" cy="1371600"/>
          </a:xfrm>
          <a:prstGeom prst="roundRect">
            <a:avLst/>
          </a:prstGeom>
          <a:solidFill>
            <a:srgbClr val="F8F9FA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⚠️ 주의 사항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일부 지역의 폐업률이 증가 추세에 있어 모니터링이 필요합니다.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4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DCFF"/>
                </a:solidFill>
              </a:defRPr>
            </a:pPr>
            <a:r>
              <a:t>문의: example@email.com | 담당: 홍길동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