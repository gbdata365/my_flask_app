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기업체현황 분석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질문: 개인사업체 vs 회사법인 비율 지역 비교</a:t>
            </a:r>
          </a:p>
        </p:txBody>
      </p:sp>
      <p:pic>
        <p:nvPicPr>
          <p:cNvPr id="4" name="Picture 3" descr="gyeongbu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188720" cy="2259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주요 지표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840480" cy="18288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AI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Solar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E6E6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3840480" cy="182880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토큰 사용량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0312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45,872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7432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6E6E6"/>
                </a:solidFill>
              </a:defRPr>
            </a:pPr>
            <a:r>
              <a:t>토큰</a:t>
            </a:r>
          </a:p>
        </p:txBody>
      </p:sp>
      <p:pic>
        <p:nvPicPr>
          <p:cNvPr id="11" name="Picture 10" descr="gyeongbu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188720" cy="2259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